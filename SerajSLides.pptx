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9"/>
  </p:normalViewPr>
  <p:slideViewPr>
    <p:cSldViewPr snapToGrid="0">
      <p:cViewPr>
        <p:scale>
          <a:sx n="107" d="100"/>
          <a:sy n="107" d="100"/>
        </p:scale>
        <p:origin x="14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79E4-BD80-9DED-1FAF-AA95A32A7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F6085-DE83-F7D8-0F08-6B64859A4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2B725-5C63-DA25-FD44-52C07266E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3F109-6622-DBEF-5A5D-856E8BA72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47934-3064-E7B5-0EFA-6EBFF624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0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01686-B9A6-69BA-5981-0B1DBA5D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CA9B-A9D4-DCE2-04BC-CE161E9A0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723F2-CD0B-6667-24EE-C0164BE06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AC194-899E-9DDB-80A6-DFA994A05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F3AF3-C1D2-B405-E7F2-65941038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677C-A9FB-0045-F077-97964326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FCD7D-DD6A-EBC8-5AA1-5DEF700FC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782CB-1631-7170-E580-27951608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793CD-8283-15B2-ABBE-DD740254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29420-9710-4A01-2616-C8CB50F07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1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3D54-5749-C7BD-3A6A-5D69D820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84CA2-9C25-2DF8-979D-358FC1D37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D9550-0A6F-2101-9B55-C2F68716B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3CB23-B368-B661-43EA-20E2F20B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FDAF-DBFC-6612-4C72-AA77F81A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9D087-28DD-B457-74FF-056BB6B9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6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3295F-00DD-9F48-316E-46D028E88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77D59-0CAC-7585-0527-30DAAB479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0B61E-2777-C993-F53A-E197C3378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743B4-DFB8-98C1-0F78-368F1E896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55390-955B-F56D-9A28-6A1692DF9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E008F0-2B24-8EE8-3EAD-A184AEDB7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9B2961-DDFB-AFA9-2D81-B1C67E36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2550C8-82BF-E5E3-7CD2-060273D5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4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E41A1-F12A-4200-A595-09CB60DFA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CF88E5-38DA-C929-E3B4-7F9BC4A26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3A665-A11C-C12C-6BE7-DE096FFE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D0D81-C55B-9A0A-693E-B00092D9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6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9DC7E-60C8-B4B6-EA57-6035885A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14BCF-76B5-14E8-803C-1CFD3C635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250B9-3AFD-3D99-65EC-1DAEB8539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3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7590D-E7F4-EC5A-4BCF-23C52CBC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A39AC-841D-46CF-2329-2C1400E8F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093DD-446B-78EA-4169-8EAEA8640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1BB86-7A5C-E093-4417-D0517806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85B23-79A1-BF17-7894-50FC0E4F2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D5958-371A-6D66-5DA5-D7D5E601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3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116AD-EB07-002C-A94A-1F182797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1C0048-6B5E-B560-D841-0727BB494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6862B-AB0C-B758-6D44-94640847A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9833F-4AD1-4627-026D-A1EE8CB01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C1A4D-5962-F591-1E93-2842F6C74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87B2C-C127-88B5-B820-E5D3CE63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7A8F-DAE6-5B6F-DD86-261484D54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53659-498F-8FEE-C84F-1A4886E18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94752-C049-2973-2B1B-1330A8867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D2A62-1F4B-02BE-6597-E581814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2611C-FA61-F693-E279-AB2060C6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75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091C1-2C22-7B60-7BB7-2CE4A5BE3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5C994-1245-195A-CFC4-C16B13373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4C9E2-BF83-F4E9-6E47-515F7FA9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D5F2E-963C-753F-3295-0D721D5E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EE02C-BEB4-C7F4-6F6E-96C78E9D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D417C-4A56-FACF-F965-D7C60A36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6C57A-D11C-E6D6-EDA4-694D12522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8FD57-D107-773E-7888-BE3468366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8964-0E57-004A-B25D-6B19F0B941ED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79A6F-D1B8-B202-651A-84095A322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F96F0-600D-B4A8-163C-F02A63AAE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2F467-4C28-4446-B720-9963151E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5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eptide-binding grooves of HLA class I and II. (a) HLA class I binding... |  Download Scientific Diagram">
            <a:extLst>
              <a:ext uri="{FF2B5EF4-FFF2-40B4-BE49-F238E27FC236}">
                <a16:creationId xmlns:a16="http://schemas.microsoft.com/office/drawing/2014/main" id="{31B8B660-157D-A911-F013-9D5A34DD7D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7" b="50000"/>
          <a:stretch/>
        </p:blipFill>
        <p:spPr bwMode="auto">
          <a:xfrm>
            <a:off x="484632" y="2530457"/>
            <a:ext cx="3517119" cy="1790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>
            <a:extLst>
              <a:ext uri="{FF2B5EF4-FFF2-40B4-BE49-F238E27FC236}">
                <a16:creationId xmlns:a16="http://schemas.microsoft.com/office/drawing/2014/main" id="{BA021916-B230-86E6-BC2F-19426885B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0676" y="1975616"/>
            <a:ext cx="3537345" cy="290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Six pockets are defined in the peptide-binding cleft of MHC class I... |  Download Scientific Diagram">
            <a:extLst>
              <a:ext uri="{FF2B5EF4-FFF2-40B4-BE49-F238E27FC236}">
                <a16:creationId xmlns:a16="http://schemas.microsoft.com/office/drawing/2014/main" id="{D9F7599F-8CFD-85C6-AC62-786944F24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62336" y="1970820"/>
            <a:ext cx="3517120" cy="2910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088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mechanism of action of tapasin in the peptide exchange on MHC class I  molecules determined from kinetics simulation studies - ScienceDirect">
            <a:extLst>
              <a:ext uri="{FF2B5EF4-FFF2-40B4-BE49-F238E27FC236}">
                <a16:creationId xmlns:a16="http://schemas.microsoft.com/office/drawing/2014/main" id="{F97FCE9F-E4C9-1ECF-4561-7FDF8180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250950"/>
            <a:ext cx="4779021" cy="435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gure 3">
            <a:extLst>
              <a:ext uri="{FF2B5EF4-FFF2-40B4-BE49-F238E27FC236}">
                <a16:creationId xmlns:a16="http://schemas.microsoft.com/office/drawing/2014/main" id="{BF7ED3BE-482A-4580-9A9C-5407B3BE1E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3907" b="12474"/>
          <a:stretch/>
        </p:blipFill>
        <p:spPr bwMode="auto">
          <a:xfrm>
            <a:off x="6781922" y="1681982"/>
            <a:ext cx="3602300" cy="305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075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Seraj Ali</dc:creator>
  <cp:lastModifiedBy>Seraj Ali</cp:lastModifiedBy>
  <cp:revision>1</cp:revision>
  <dcterms:created xsi:type="dcterms:W3CDTF">2026-10-04T13:37:11Z</dcterms:created>
  <dcterms:modified xsi:type="dcterms:W3CDTF">2026-10-04T13:46:28Z</dcterms:modified>
</cp:coreProperties>
</file>