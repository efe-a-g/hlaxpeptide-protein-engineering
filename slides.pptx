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75efca8f5a4ba7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75efca8f5a4ba7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691800"/>
            <a:ext cx="8520600" cy="37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/>
              <a:t>Evaluation:</a:t>
            </a:r>
            <a:endParaRPr sz="2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Spearman rank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/>
              <a:t>Split:</a:t>
            </a:r>
            <a:endParaRPr sz="2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Train: 60 alleles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Test: 15 alleles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12 super-types of alleles, equally	represented in train/test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Nearest neighbour model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New (allele, peptide) input: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find</a:t>
            </a:r>
            <a:r>
              <a:rPr lang="en-GB"/>
              <a:t> sample with most similar peptide/allele sequence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Copy its half life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321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750" y="2436650"/>
            <a:ext cx="3952251" cy="27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